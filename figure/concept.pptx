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22"/>
    <p:restoredTop sz="94694"/>
  </p:normalViewPr>
  <p:slideViewPr>
    <p:cSldViewPr snapToGrid="0">
      <p:cViewPr varScale="1">
        <p:scale>
          <a:sx n="98" d="100"/>
          <a:sy n="98" d="100"/>
        </p:scale>
        <p:origin x="21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BFE9EA-569F-60FC-6E7D-40800C5F7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BA96387-96C8-7322-05F4-415995DC4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C79BF2-9F95-9890-B7EB-053DC4A3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22B6-AAF7-FC48-BFE2-1971EBEF4156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D4F1BF-DB94-5377-96FA-B696DADFD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2F149F-FE35-3510-BE65-8767E8EB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47B0-6895-1C41-906C-7D2F94173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09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06DD91-EB31-1660-2D1C-5BBC2E30B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7B4AE7-9C5E-17DA-A872-8DF659EB6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C46D4-CEA8-9080-1074-BA1EDC99E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22B6-AAF7-FC48-BFE2-1971EBEF4156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0ECE0A-74E9-7465-5017-3226AD03F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4FE229-0622-7EF5-63BF-0A5A075A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47B0-6895-1C41-906C-7D2F94173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728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AB048C-5209-13A7-C7E9-999194AC7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DADB09-D347-F2F7-B1D3-60CE8A877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FDB427-A59F-3442-2A5E-35EF5042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22B6-AAF7-FC48-BFE2-1971EBEF4156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922939-6A7B-276B-A954-16207C37F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A82263-75D0-F5EB-4D58-B300EDE54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47B0-6895-1C41-906C-7D2F94173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8408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5E2210-9886-E560-AC4E-462BA7839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0AD044-E453-F766-1586-6B290A61BA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D8ABE2-F642-5AA2-2E3D-F678CA769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589210-8984-AAF9-544A-982DFCE0C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22B6-AAF7-FC48-BFE2-1971EBEF4156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C315BB-7A89-825B-1100-91569F6DC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9E1E777-BEAC-03AD-1B7C-423449F8A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47B0-6895-1C41-906C-7D2F94173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561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268A95-0136-6C14-AFE3-F6091059D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464247-E98B-1EB4-065F-807CE24CA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6EAD04-CBCE-5F68-C7D2-7037DCC2F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69CC36D-DCBF-9072-4A4B-E65EA109F6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F97E365-FEC8-A102-CF6F-57C26FE73F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CDE4B1A-403D-4A4D-06FC-0267AF2D9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22B6-AAF7-FC48-BFE2-1971EBEF4156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7E6A28B-E184-5293-6A1E-B2BFF863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F576B68-0D7A-0298-6908-9C171706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47B0-6895-1C41-906C-7D2F94173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2472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F666FE-8350-2E56-DB56-7E217A220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8AC830F-2C14-ADBC-402A-1F2FE42C1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22B6-AAF7-FC48-BFE2-1971EBEF4156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6344454-69A0-EF3C-DBDE-3CF5E498E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72B38E4-3A7A-A7BC-B538-609E8DF70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47B0-6895-1C41-906C-7D2F94173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4700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9C06CFB-B635-B131-EFAE-CC60AB7DC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22B6-AAF7-FC48-BFE2-1971EBEF4156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FFA04A7-F0D9-1F2F-A64C-3B5432EB6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73D40D-C1B0-94C4-9A60-B6DF06180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47B0-6895-1C41-906C-7D2F94173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8217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48DA29-BBBF-693B-BE97-D6DE19B45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ECB6CE-98CB-6562-36C6-744A920CD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4F8EF16-4912-2F2F-F2D1-020CA967B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E5EAC0-BABE-A0AB-8F9E-AF44CA0B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22B6-AAF7-FC48-BFE2-1971EBEF4156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1DE5A3-6721-CBEA-1E25-DCACEA35B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2C8F22-36C4-82CD-C422-0C4C70CC3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47B0-6895-1C41-906C-7D2F94173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7710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5B2B6C-2C55-E9F6-8C68-69DD577A4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33F8D66-823E-3799-89B7-0F7B71986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03AF004-CB13-6D56-F160-678731E84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B35E095-164F-D399-5E8C-3FA21700D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22B6-AAF7-FC48-BFE2-1971EBEF4156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D1AFFD-76B3-FCF8-6482-5B7EB5B8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0E44AF-7240-836B-C647-3FFE20704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47B0-6895-1C41-906C-7D2F94173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0878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602506-F2FE-1CCB-5F9B-C1B0492FF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3913624-11EC-094F-432A-E9F848998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73B74F-49E8-DF1B-0416-C321E6691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22B6-AAF7-FC48-BFE2-1971EBEF4156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513918-A37C-E85B-5825-A820FB910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DF6B03-3C8C-04EA-B1F4-1785D0FB8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47B0-6895-1C41-906C-7D2F94173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674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4E48602-482F-C7A6-3F1D-3C265259A3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9C2857-6EBA-52FF-C835-57254ED33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A9E85C-C4AF-3919-F7A4-491CCD5AC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22B6-AAF7-FC48-BFE2-1971EBEF4156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65FAB3-62BC-0607-1251-5D36C4742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95E07B-6F45-0DDE-7C98-B474AE624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47B0-6895-1C41-906C-7D2F94173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7864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77C0971-8624-A919-F731-ED1D50CB4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8C46FC-7CD0-1CD1-0E45-5F3CC24BD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3EF3A2-F855-4A7E-1F40-D5F83E6478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322B6-AAF7-FC48-BFE2-1971EBEF4156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1EB670-90D4-BC20-2769-3449732B1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CB2A6D-0BDB-14DC-B79A-BE3229ADD4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8447B0-6895-1C41-906C-7D2F94173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008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2.svg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emf"/><Relationship Id="rId5" Type="http://schemas.openxmlformats.org/officeDocument/2006/relationships/image" Target="../media/image4.svg"/><Relationship Id="rId10" Type="http://schemas.openxmlformats.org/officeDocument/2006/relationships/image" Target="../media/image9.emf"/><Relationship Id="rId4" Type="http://schemas.openxmlformats.org/officeDocument/2006/relationships/image" Target="../media/image3.png"/><Relationship Id="rId9" Type="http://schemas.openxmlformats.org/officeDocument/2006/relationships/image" Target="../media/image8.emf"/><Relationship Id="rId1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グラフィックス 6" descr="無線マイク 単色塗りつぶし">
            <a:extLst>
              <a:ext uri="{FF2B5EF4-FFF2-40B4-BE49-F238E27FC236}">
                <a16:creationId xmlns:a16="http://schemas.microsoft.com/office/drawing/2014/main" id="{F0D2718F-1D99-84E8-6FD1-F85D51175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007953" y="1296481"/>
            <a:ext cx="1120588" cy="914400"/>
          </a:xfrm>
          <a:prstGeom prst="rect">
            <a:avLst/>
          </a:prstGeom>
        </p:spPr>
      </p:pic>
      <p:pic>
        <p:nvPicPr>
          <p:cNvPr id="9" name="グラフィックス 8" descr="バイオリン 枠線">
            <a:extLst>
              <a:ext uri="{FF2B5EF4-FFF2-40B4-BE49-F238E27FC236}">
                <a16:creationId xmlns:a16="http://schemas.microsoft.com/office/drawing/2014/main" id="{01EDC0FA-CCAC-9792-1932-8E1F4B1908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7984" y="1126117"/>
            <a:ext cx="1500258" cy="1500258"/>
          </a:xfrm>
          <a:prstGeom prst="rect">
            <a:avLst/>
          </a:prstGeom>
        </p:spPr>
      </p:pic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33138205-3855-4528-EC06-1C586544C6FA}"/>
              </a:ext>
            </a:extLst>
          </p:cNvPr>
          <p:cNvCxnSpPr>
            <a:cxnSpLocks/>
          </p:cNvCxnSpPr>
          <p:nvPr/>
        </p:nvCxnSpPr>
        <p:spPr>
          <a:xfrm>
            <a:off x="2782541" y="1775718"/>
            <a:ext cx="1123249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F95FDE2E-2561-6D8A-BC92-3AC4E9B12286}"/>
              </a:ext>
            </a:extLst>
          </p:cNvPr>
          <p:cNvCxnSpPr>
            <a:cxnSpLocks/>
          </p:cNvCxnSpPr>
          <p:nvPr/>
        </p:nvCxnSpPr>
        <p:spPr>
          <a:xfrm>
            <a:off x="5089482" y="1753681"/>
            <a:ext cx="102784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34A6E6C-F47D-1017-43A9-EF882455AA76}"/>
              </a:ext>
            </a:extLst>
          </p:cNvPr>
          <p:cNvSpPr/>
          <p:nvPr/>
        </p:nvSpPr>
        <p:spPr>
          <a:xfrm>
            <a:off x="4034388" y="967914"/>
            <a:ext cx="1018101" cy="158455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4" name="図 23" descr="楽器, フェンス が含まれている画像&#10;&#10;自動的に生成された説明">
            <a:extLst>
              <a:ext uri="{FF2B5EF4-FFF2-40B4-BE49-F238E27FC236}">
                <a16:creationId xmlns:a16="http://schemas.microsoft.com/office/drawing/2014/main" id="{1A7E161C-4049-8AC7-E38C-B628F073EE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8541" y="586105"/>
            <a:ext cx="3871498" cy="1966367"/>
          </a:xfrm>
          <a:prstGeom prst="rect">
            <a:avLst/>
          </a:prstGeom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3750CB3-F35D-4114-F3B3-F2FA5613CC9B}"/>
              </a:ext>
            </a:extLst>
          </p:cNvPr>
          <p:cNvSpPr txBox="1"/>
          <p:nvPr/>
        </p:nvSpPr>
        <p:spPr>
          <a:xfrm>
            <a:off x="4002986" y="35972"/>
            <a:ext cx="10390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RIR</a:t>
            </a:r>
            <a:endParaRPr kumimoji="1" lang="ja-JP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089CB8C2-C6D7-08F0-CB2E-D480F95BE7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1252" y="1016699"/>
            <a:ext cx="271059" cy="288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6D4EE033-8DD6-2009-224B-D79D8854AF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6082" y="1577209"/>
            <a:ext cx="279400" cy="330200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C08DFAD0-EFEB-E038-E739-05CBA8D44A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9720" y="850274"/>
            <a:ext cx="1866900" cy="330200"/>
          </a:xfrm>
          <a:prstGeom prst="rect">
            <a:avLst/>
          </a:prstGeom>
          <a:solidFill>
            <a:schemeClr val="bg1">
              <a:alpha val="80000"/>
            </a:schemeClr>
          </a:solidFill>
          <a:ln w="76200">
            <a:solidFill>
              <a:schemeClr val="bg1">
                <a:alpha val="80000"/>
              </a:schemeClr>
            </a:solidFill>
          </a:ln>
          <a:effectLst>
            <a:glow>
              <a:schemeClr val="bg1"/>
            </a:glow>
          </a:effectLst>
        </p:spPr>
      </p:pic>
      <p:sp>
        <p:nvSpPr>
          <p:cNvPr id="32" name="角丸四角形 31">
            <a:extLst>
              <a:ext uri="{FF2B5EF4-FFF2-40B4-BE49-F238E27FC236}">
                <a16:creationId xmlns:a16="http://schemas.microsoft.com/office/drawing/2014/main" id="{EA22A192-F67F-12CC-365E-182ED07764E0}"/>
              </a:ext>
            </a:extLst>
          </p:cNvPr>
          <p:cNvSpPr/>
          <p:nvPr/>
        </p:nvSpPr>
        <p:spPr>
          <a:xfrm>
            <a:off x="7128540" y="2169316"/>
            <a:ext cx="2098011" cy="564733"/>
          </a:xfrm>
          <a:prstGeom prst="roundRect">
            <a:avLst/>
          </a:prstGeom>
          <a:solidFill>
            <a:srgbClr val="004EA2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90199C27-3800-55C7-07C4-F793A86075BC}"/>
              </a:ext>
            </a:extLst>
          </p:cNvPr>
          <p:cNvSpPr/>
          <p:nvPr/>
        </p:nvSpPr>
        <p:spPr>
          <a:xfrm>
            <a:off x="9246286" y="2166864"/>
            <a:ext cx="1944527" cy="564733"/>
          </a:xfrm>
          <a:prstGeom prst="roundRect">
            <a:avLst/>
          </a:prstGeom>
          <a:solidFill>
            <a:srgbClr val="004EA2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4" name="図 33">
            <a:extLst>
              <a:ext uri="{FF2B5EF4-FFF2-40B4-BE49-F238E27FC236}">
                <a16:creationId xmlns:a16="http://schemas.microsoft.com/office/drawing/2014/main" id="{23429AAB-8426-4608-36A0-276AF3A45C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0268" y="2395416"/>
            <a:ext cx="444500" cy="292100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F6A94BDA-9F48-4157-D9C7-0F5C439F492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09165" y="2395416"/>
            <a:ext cx="457200" cy="292100"/>
          </a:xfrm>
          <a:prstGeom prst="rect">
            <a:avLst/>
          </a:prstGeom>
        </p:spPr>
      </p:pic>
      <p:pic>
        <p:nvPicPr>
          <p:cNvPr id="44" name="図 43">
            <a:extLst>
              <a:ext uri="{FF2B5EF4-FFF2-40B4-BE49-F238E27FC236}">
                <a16:creationId xmlns:a16="http://schemas.microsoft.com/office/drawing/2014/main" id="{0D41513D-C6FA-32DF-08FD-AF764AC34C4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8630" y="2776758"/>
            <a:ext cx="1779373" cy="325925"/>
          </a:xfrm>
          <a:prstGeom prst="rect">
            <a:avLst/>
          </a:prstGeom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3D70285D-337B-97AD-9F7C-A16EB13FA5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96394" y="2790344"/>
            <a:ext cx="1779373" cy="325925"/>
          </a:xfrm>
          <a:prstGeom prst="rect">
            <a:avLst/>
          </a:prstGeom>
        </p:spPr>
      </p:pic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F1A58C4B-1949-C9E0-C7F8-015D6B51C578}"/>
              </a:ext>
            </a:extLst>
          </p:cNvPr>
          <p:cNvSpPr/>
          <p:nvPr/>
        </p:nvSpPr>
        <p:spPr>
          <a:xfrm>
            <a:off x="1474132" y="3243126"/>
            <a:ext cx="9243735" cy="858169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370BF72D-6A8E-D27C-41D3-18F40830E2FE}"/>
              </a:ext>
            </a:extLst>
          </p:cNvPr>
          <p:cNvSpPr txBox="1"/>
          <p:nvPr/>
        </p:nvSpPr>
        <p:spPr>
          <a:xfrm>
            <a:off x="839837" y="35972"/>
            <a:ext cx="28200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lean Sound</a:t>
            </a:r>
            <a:endParaRPr kumimoji="1" lang="ja-JP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883A45AD-61AC-4061-6A51-DECAA3802780}"/>
              </a:ext>
            </a:extLst>
          </p:cNvPr>
          <p:cNvSpPr txBox="1"/>
          <p:nvPr/>
        </p:nvSpPr>
        <p:spPr>
          <a:xfrm>
            <a:off x="6937767" y="0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Reverberant Obs.</a:t>
            </a:r>
            <a:endParaRPr kumimoji="1" lang="ja-JP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CFFEB3D-97B0-051E-0754-06733A01EE7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09800" y="3411470"/>
            <a:ext cx="7772400" cy="53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69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6</Words>
  <Application>Microsoft Macintosh PowerPoint</Application>
  <PresentationFormat>ワイド画面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Times New Roman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YOSHINO NATSUKI</dc:creator>
  <cp:lastModifiedBy>YOSHINO NATSUKI</cp:lastModifiedBy>
  <cp:revision>10</cp:revision>
  <dcterms:created xsi:type="dcterms:W3CDTF">2026-07-02T02:42:29Z</dcterms:created>
  <dcterms:modified xsi:type="dcterms:W3CDTF">2026-07-02T04:52:53Z</dcterms:modified>
</cp:coreProperties>
</file>